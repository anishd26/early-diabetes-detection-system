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66"/>
    <p:restoredTop sz="94610"/>
  </p:normalViewPr>
  <p:slideViewPr>
    <p:cSldViewPr snapToGrid="0" snapToObjects="1">
      <p:cViewPr varScale="1">
        <p:scale>
          <a:sx n="192" d="100"/>
          <a:sy n="192" d="100"/>
        </p:scale>
        <p:origin x="18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9160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r>
              <a:rPr lang="en-IN"/>
              <a:t>  Anish </a:t>
            </a:r>
            <a:r>
              <a:rPr lang="en-IN" dirty="0"/>
              <a:t>Deshmukh (23FE10CSE00779).                                 Aayush Chandel (23FE10CSE00530)</a:t>
            </a:r>
          </a:p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Prediction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9DC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7B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Project  •  Early Disease Detection System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069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B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Pima Indians Diabetes Database | Kaggle / NIDDK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0233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B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64008" cy="32918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500M+</a:t>
            </a:r>
            <a:endParaRPr lang="en-US" sz="3200" dirty="0"/>
          </a:p>
          <a:p>
            <a:pPr marL="0" indent="0">
              <a:buNone/>
            </a:pPr>
            <a:r>
              <a:rPr lang="en-US" sz="130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globally have diabetes</a:t>
            </a:r>
            <a:endParaRPr lang="en-US" sz="32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~50%</a:t>
            </a:r>
            <a:endParaRPr lang="en-US" sz="3200" dirty="0"/>
          </a:p>
          <a:p>
            <a:pPr marL="0" indent="0">
              <a:buNone/>
            </a:pPr>
            <a:r>
              <a:rPr lang="en-US" sz="130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 undiagnosed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0" y="1051560"/>
            <a:ext cx="42976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B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0" y="1051560"/>
            <a:ext cx="64008" cy="32918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0" y="11430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754880" y="1600200"/>
            <a:ext cx="39319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diabetes risk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8 clinical measurements
using 4 ML models: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Logistic Regression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Decision Tree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K-Nearest Neighbors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Random Forest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" y="44805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Enable early detection before symptoms appear — saving lives through timely intervention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920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B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0972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6002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50592" y="1005840"/>
            <a:ext cx="1920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B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450592" y="10972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50592" y="16002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Features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26864" y="1005840"/>
            <a:ext cx="1920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B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26864" y="10972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26864" y="16002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Task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03136" y="1005840"/>
            <a:ext cx="1920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B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03136" y="10972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NIDDK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803136" y="16002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Institution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" y="22860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Features (Independent Variables)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651760"/>
          <a:ext cx="8595360" cy="234696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Pregnancies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times pregnant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Glucose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Plasma glucose (2-hr oral glucose test) — Most predictive!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BloodPressure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Diastolic blood pressure (mm Hg)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SkinThickness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Triceps skin fold thickness (mm)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Insulin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2-Hour serum insulin (mu U/ml)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 Mass Index — weight/height²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DiabetesPedigreeFunction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Genetic risk score based on family history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in years (all patients ≥ 21)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" y="960120"/>
            <a:ext cx="4023360" cy="3063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B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chart_pi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05840"/>
            <a:ext cx="3840480" cy="2926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" y="40690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0" y="960120"/>
            <a:ext cx="4389120" cy="3063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B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/home/claude/chart_glucose_dist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63440" y="1005840"/>
            <a:ext cx="4206240" cy="2926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0" y="40690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Distribution by Outcome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82880" y="448056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Diabetic patients show significantly higher glucose levels — Glucose is the strongest predictor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D3A"/>
          </a:solidFill>
          <a:ln w="12700">
            <a:solidFill>
              <a:srgbClr val="1E2D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Correlation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" y="960120"/>
            <a:ext cx="548640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B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chart_heatma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05840"/>
            <a:ext cx="5303520" cy="384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0" y="960120"/>
            <a:ext cx="301752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B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943600" y="960120"/>
            <a:ext cx="64008" cy="39776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126480" y="10972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Correlations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Outcome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126480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955280" y="17373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126480" y="223113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955280" y="2231136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0.29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126480" y="272491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955280" y="272491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126480" y="321868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Pregnancies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955280" y="321868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126480" y="371246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DiabetesPedigree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955280" y="3712464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126480" y="4206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955280" y="42062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Random Forest Classifier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14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B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16128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Sampling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60020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subsets of training data created by sampling with replacement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051560"/>
            <a:ext cx="4114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B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00600" y="114300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00600" y="1143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94960" y="116128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N Decision Trees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60020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subset trains an independent decision tree on a feature subset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743200"/>
            <a:ext cx="4114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B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283464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285292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Feature Selection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32918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split, only a random subset of features is evaluated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2743200"/>
            <a:ext cx="4114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B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00600" y="283464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00600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94960" y="285292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Voting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32918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class = mode of all tree predictions:  ŷ = mode{y₁, y₂, ..., yₙ}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4320" y="45262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model chosen for its ability to handle non-linear relationships, provide feature importances, and resist overfitting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Results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" y="960120"/>
            <a:ext cx="877824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B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1844040"/>
        </p:xfrm>
        <a:graphic>
          <a:graphicData uri="http://schemas.openxmlformats.org/drawingml/2006/table">
            <a:tbl>
              <a:tblPr/>
              <a:tblGrid>
                <a:gridCol w="1432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 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81.17%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85.16%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91.60%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88.26%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0.7974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72.08%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84.55%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78.15%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81.22%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K-Nearest Neighbors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77.92%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83.46%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89.08%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86.18%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77.92%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83.46%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89.08%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86.18%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182880" y="3383280"/>
            <a:ext cx="87782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B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chart_accurac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3429000"/>
            <a:ext cx="8595360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&amp; Confusion Matrix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960120"/>
            <a:ext cx="502920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B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Importances — Random Forest</a:t>
            </a:r>
            <a:endParaRPr lang="en-US" sz="1300" dirty="0"/>
          </a:p>
        </p:txBody>
      </p:sp>
      <p:pic>
        <p:nvPicPr>
          <p:cNvPr id="6" name="Image 0" descr="/home/claude/chart_feature_importanc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1325880"/>
            <a:ext cx="4937760" cy="3520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0" y="960120"/>
            <a:ext cx="347472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B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577840" y="10058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300" dirty="0"/>
          </a:p>
        </p:txBody>
      </p:sp>
      <p:pic>
        <p:nvPicPr>
          <p:cNvPr id="9" name="Image 1" descr="/home/claude/chart_confusion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532120" y="1325880"/>
            <a:ext cx="3383280" cy="2560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77840" y="39319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Glucose is the #1 predictor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BMI &amp; Pedigree are key secondary factors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D3A"/>
          </a:solidFill>
          <a:ln w="12700">
            <a:solidFill>
              <a:srgbClr val="1E2D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 Predicted — Random Forest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960120"/>
            <a:ext cx="877824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B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chart_actual_vs_pr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05840"/>
            <a:ext cx="8595360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" y="443484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predicted values closely track actual outcomes — the model accurately identifies both diabetic and non-diabetic patients with minimal misclassification.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&amp; 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502920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B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64008" cy="37490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Logistic Regression achieved highest accuracy (81.2%)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112264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Random Forest best for recall + AUC — safer for medical screening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62432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Glucose is the single most important diagnostic feature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136392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BMI, DPF, and Age are strong secondary predictors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648456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 recall (0.89) minimizes false negatives — critical in medicine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416052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Decision Tree showed signs of overfitting (lowest AUC: 0.65)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0" y="1005840"/>
            <a:ext cx="34747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B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23560" y="1097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623560" y="15087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can effectively predict diabetes from clinical data. Random Forest is recommended for real-world screening due to high recall and AUC.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0" y="2880360"/>
            <a:ext cx="34747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B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623560" y="2971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623560" y="3383280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Real-time health monitoring API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23560" y="3721608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XGBoost / Deep Learning models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23560" y="4059936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SMOTE for class imbalance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23560" y="4398264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Include HbA1c, diet, activity data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0"/>
            <a:ext cx="9144000" cy="14859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1965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9DC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B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Pima Indians Diabetes Database  |  Kaggle / NIDDK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585</Words>
  <Application>Microsoft Macintosh PowerPoint</Application>
  <PresentationFormat>On-screen Show (16:9)</PresentationFormat>
  <Paragraphs>148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Diabetes Prediction using Machine Learning</dc:title>
  <dc:subject>PptxGenJS Presentation</dc:subject>
  <dc:creator>Arnav Verma &amp; Devansh Rathore</dc:creator>
  <cp:lastModifiedBy>Anish Deshmukh</cp:lastModifiedBy>
  <cp:revision>2</cp:revision>
  <dcterms:created xsi:type="dcterms:W3CDTF">2026-04-02T04:45:38Z</dcterms:created>
  <dcterms:modified xsi:type="dcterms:W3CDTF">2026-04-02T05:28:35Z</dcterms:modified>
</cp:coreProperties>
</file>